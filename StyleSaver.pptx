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D12DEF-F3BB-BB40-AD6F-4DC37A35E5CE}" v="3" dt="2025-11-30T18:50:41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695"/>
  </p:normalViewPr>
  <p:slideViewPr>
    <p:cSldViewPr snapToGrid="0">
      <p:cViewPr varScale="1">
        <p:scale>
          <a:sx n="55" d="100"/>
          <a:sy n="55" d="100"/>
        </p:scale>
        <p:origin x="200" y="1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ria Jones" userId="89715084-91ae-407f-a293-de3741593be8" providerId="ADAL" clId="{12D12DEF-F3BB-BB40-AD6F-4DC37A35E5CE}"/>
    <pc:docChg chg="custSel modSld">
      <pc:chgData name="Neria Jones" userId="89715084-91ae-407f-a293-de3741593be8" providerId="ADAL" clId="{12D12DEF-F3BB-BB40-AD6F-4DC37A35E5CE}" dt="2025-11-30T18:53:50.902" v="10" actId="1076"/>
      <pc:docMkLst>
        <pc:docMk/>
      </pc:docMkLst>
      <pc:sldChg chg="addSp delSp modSp mod">
        <pc:chgData name="Neria Jones" userId="89715084-91ae-407f-a293-de3741593be8" providerId="ADAL" clId="{12D12DEF-F3BB-BB40-AD6F-4DC37A35E5CE}" dt="2025-11-30T18:53:50.902" v="10" actId="1076"/>
        <pc:sldMkLst>
          <pc:docMk/>
          <pc:sldMk cId="3550785394" sldId="256"/>
        </pc:sldMkLst>
        <pc:spChg chg="mod">
          <ac:chgData name="Neria Jones" userId="89715084-91ae-407f-a293-de3741593be8" providerId="ADAL" clId="{12D12DEF-F3BB-BB40-AD6F-4DC37A35E5CE}" dt="2025-11-30T18:50:38.559" v="4"/>
          <ac:spMkLst>
            <pc:docMk/>
            <pc:sldMk cId="3550785394" sldId="256"/>
            <ac:spMk id="2" creationId="{3E99DBB3-6D8B-9D7C-C617-B7C828BFC404}"/>
          </ac:spMkLst>
        </pc:spChg>
        <pc:spChg chg="mod">
          <ac:chgData name="Neria Jones" userId="89715084-91ae-407f-a293-de3741593be8" providerId="ADAL" clId="{12D12DEF-F3BB-BB40-AD6F-4DC37A35E5CE}" dt="2025-11-30T18:53:50.902" v="10" actId="1076"/>
          <ac:spMkLst>
            <pc:docMk/>
            <pc:sldMk cId="3550785394" sldId="256"/>
            <ac:spMk id="6" creationId="{2B3C90F0-6004-0C95-0F67-27EE888CE8C2}"/>
          </ac:spMkLst>
        </pc:spChg>
        <pc:spChg chg="add del mod">
          <ac:chgData name="Neria Jones" userId="89715084-91ae-407f-a293-de3741593be8" providerId="ADAL" clId="{12D12DEF-F3BB-BB40-AD6F-4DC37A35E5CE}" dt="2025-11-30T18:53:22.552" v="9" actId="1076"/>
          <ac:spMkLst>
            <pc:docMk/>
            <pc:sldMk cId="3550785394" sldId="256"/>
            <ac:spMk id="8" creationId="{F9A3D5E6-3CA9-0972-1B48-E4471AEABFE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80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553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15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367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80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1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23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01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08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185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05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bstract design of flower petals in pastel">
            <a:extLst>
              <a:ext uri="{FF2B5EF4-FFF2-40B4-BE49-F238E27FC236}">
                <a16:creationId xmlns:a16="http://schemas.microsoft.com/office/drawing/2014/main" id="{C870159F-D731-1C01-E6E9-55432F78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929" r="9091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99DBB3-6D8B-9D7C-C617-B7C828BFC4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4087" y="-11807"/>
            <a:ext cx="5389079" cy="1130892"/>
          </a:xfrm>
        </p:spPr>
        <p:txBody>
          <a:bodyPr anchor="t">
            <a:normAutofit fontScale="90000"/>
          </a:bodyPr>
          <a:lstStyle/>
          <a:p>
            <a:pPr algn="l"/>
            <a:r>
              <a:rPr lang="en-US" sz="6600" i="1" dirty="0" err="1"/>
              <a:t>StyleSaver</a:t>
            </a:r>
            <a:br>
              <a:rPr lang="en-US" sz="6600" i="1" dirty="0"/>
            </a:br>
            <a:endParaRPr lang="en-US" sz="66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FD285-1B59-6115-4342-A2D9F37BA3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31692" y="5999089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US" sz="2200" dirty="0"/>
              <a:t>Neria T. Jones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C90F0-6004-0C95-0F67-27EE888CE8C2}"/>
              </a:ext>
            </a:extLst>
          </p:cNvPr>
          <p:cNvSpPr txBox="1"/>
          <p:nvPr/>
        </p:nvSpPr>
        <p:spPr>
          <a:xfrm>
            <a:off x="0" y="834946"/>
            <a:ext cx="4593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Your smart assistant for staying stylish and saving money! </a:t>
            </a:r>
          </a:p>
          <a:p>
            <a:r>
              <a:rPr lang="en-US" i="1" dirty="0"/>
              <a:t>https://</a:t>
            </a:r>
            <a:r>
              <a:rPr lang="en-US" i="1" dirty="0" err="1"/>
              <a:t>github.com</a:t>
            </a:r>
            <a:r>
              <a:rPr lang="en-US" i="1" dirty="0"/>
              <a:t>/</a:t>
            </a:r>
            <a:r>
              <a:rPr lang="en-US" i="1" dirty="0" err="1"/>
              <a:t>ksu</a:t>
            </a:r>
            <a:r>
              <a:rPr lang="en-US" i="1" dirty="0"/>
              <a:t>-is/</a:t>
            </a:r>
            <a:r>
              <a:rPr lang="en-US" i="1" dirty="0" err="1"/>
              <a:t>StyleSaver</a:t>
            </a:r>
            <a:endParaRPr lang="en-US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3AAC32-E22E-B002-D2E7-3CC4B1E46D48}"/>
              </a:ext>
            </a:extLst>
          </p:cNvPr>
          <p:cNvSpPr txBox="1"/>
          <p:nvPr/>
        </p:nvSpPr>
        <p:spPr>
          <a:xfrm>
            <a:off x="-22" y="2934101"/>
            <a:ext cx="48503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Tracks your spending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Personalized fashion 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Budget-friendly outfits and items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 recommendations and spending insights provided  </a:t>
            </a:r>
          </a:p>
        </p:txBody>
      </p:sp>
      <p:pic>
        <p:nvPicPr>
          <p:cNvPr id="10" name="Picture 9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0BA59FB5-B87D-0CB6-0D6F-02868D00B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056" y="4582510"/>
            <a:ext cx="4888924" cy="2275490"/>
          </a:xfrm>
          <a:prstGeom prst="rect">
            <a:avLst/>
          </a:prstGeom>
        </p:spPr>
      </p:pic>
      <p:pic>
        <p:nvPicPr>
          <p:cNvPr id="17" name="Picture 16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26FE76A4-4BA0-A9F1-AB3F-1B1092C42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7950" y="-89337"/>
            <a:ext cx="3578135" cy="2674656"/>
          </a:xfrm>
          <a:prstGeom prst="rect">
            <a:avLst/>
          </a:prstGeom>
        </p:spPr>
      </p:pic>
      <p:pic>
        <p:nvPicPr>
          <p:cNvPr id="19" name="Picture 18" descr="A screen shot of a computer&#10;&#10;Description automatically generated">
            <a:extLst>
              <a:ext uri="{FF2B5EF4-FFF2-40B4-BE49-F238E27FC236}">
                <a16:creationId xmlns:a16="http://schemas.microsoft.com/office/drawing/2014/main" id="{FEE6BE07-452C-0905-CB61-D9942C075E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865953"/>
            <a:ext cx="4214649" cy="1984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785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42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Neue Haas Grotesk Text Pro</vt:lpstr>
      <vt:lpstr>VanillaVTI</vt:lpstr>
      <vt:lpstr>StyleSaver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Neria Jones</dc:creator>
  <cp:lastModifiedBy>Neria Jones</cp:lastModifiedBy>
  <cp:revision>1</cp:revision>
  <dcterms:created xsi:type="dcterms:W3CDTF">2025-11-30T17:26:13Z</dcterms:created>
  <dcterms:modified xsi:type="dcterms:W3CDTF">2025-11-30T18:54:00Z</dcterms:modified>
</cp:coreProperties>
</file>