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719"/>
  </p:normalViewPr>
  <p:slideViewPr>
    <p:cSldViewPr snapToGrid="0">
      <p:cViewPr varScale="1">
        <p:scale>
          <a:sx n="122" d="100"/>
          <a:sy n="122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80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553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15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367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8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15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23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0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08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185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054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Abstract design of flower petals in pastel">
            <a:extLst>
              <a:ext uri="{FF2B5EF4-FFF2-40B4-BE49-F238E27FC236}">
                <a16:creationId xmlns:a16="http://schemas.microsoft.com/office/drawing/2014/main" id="{C870159F-D731-1C01-E6E9-55432F7888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929" r="9091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9DBB3-6D8B-9D7C-C617-B7C828BFC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4087" y="-11807"/>
            <a:ext cx="5389079" cy="1130892"/>
          </a:xfrm>
        </p:spPr>
        <p:txBody>
          <a:bodyPr anchor="t">
            <a:normAutofit/>
          </a:bodyPr>
          <a:lstStyle/>
          <a:p>
            <a:pPr algn="l"/>
            <a:r>
              <a:rPr lang="en-US" sz="6600" i="1" dirty="0" err="1"/>
              <a:t>StyleSaver</a:t>
            </a:r>
            <a:endParaRPr lang="en-US" sz="66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FD285-1B59-6115-4342-A2D9F37BA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1692" y="5999089"/>
            <a:ext cx="4007587" cy="1290807"/>
          </a:xfrm>
        </p:spPr>
        <p:txBody>
          <a:bodyPr anchor="ctr">
            <a:normAutofit/>
          </a:bodyPr>
          <a:lstStyle/>
          <a:p>
            <a:pPr algn="l"/>
            <a:r>
              <a:rPr lang="en-US" sz="2200" dirty="0"/>
              <a:t>Neria T. Jones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3C90F0-6004-0C95-0F67-27EE888CE8C2}"/>
              </a:ext>
            </a:extLst>
          </p:cNvPr>
          <p:cNvSpPr txBox="1"/>
          <p:nvPr/>
        </p:nvSpPr>
        <p:spPr>
          <a:xfrm>
            <a:off x="-2" y="860556"/>
            <a:ext cx="4593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Your smart assistant for staying stylish and saving money!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AAC32-E22E-B002-D2E7-3CC4B1E46D48}"/>
              </a:ext>
            </a:extLst>
          </p:cNvPr>
          <p:cNvSpPr txBox="1"/>
          <p:nvPr/>
        </p:nvSpPr>
        <p:spPr>
          <a:xfrm>
            <a:off x="-22" y="2934101"/>
            <a:ext cx="48503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Tracks your spending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Personalized fashion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Budget-friendly outfits and items provided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 recommendations and spending insights provided  </a:t>
            </a:r>
          </a:p>
        </p:txBody>
      </p:sp>
      <p:pic>
        <p:nvPicPr>
          <p:cNvPr id="10" name="Picture 9" descr="A screen shot of a black screen&#10;&#10;Description automatically generated">
            <a:extLst>
              <a:ext uri="{FF2B5EF4-FFF2-40B4-BE49-F238E27FC236}">
                <a16:creationId xmlns:a16="http://schemas.microsoft.com/office/drawing/2014/main" id="{0BA59FB5-B87D-0CB6-0D6F-02868D00B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056" y="4582510"/>
            <a:ext cx="4888924" cy="2275490"/>
          </a:xfrm>
          <a:prstGeom prst="rect">
            <a:avLst/>
          </a:prstGeom>
        </p:spPr>
      </p:pic>
      <p:pic>
        <p:nvPicPr>
          <p:cNvPr id="17" name="Picture 16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26FE76A4-4BA0-A9F1-AB3F-1B1092C42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950" y="-89337"/>
            <a:ext cx="3578135" cy="2674656"/>
          </a:xfrm>
          <a:prstGeom prst="rect">
            <a:avLst/>
          </a:prstGeom>
        </p:spPr>
      </p:pic>
      <p:pic>
        <p:nvPicPr>
          <p:cNvPr id="19" name="Picture 18" descr="A screen shot of a computer&#10;&#10;Description automatically generated">
            <a:extLst>
              <a:ext uri="{FF2B5EF4-FFF2-40B4-BE49-F238E27FC236}">
                <a16:creationId xmlns:a16="http://schemas.microsoft.com/office/drawing/2014/main" id="{FEE6BE07-452C-0905-CB61-D9942C075E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865953"/>
            <a:ext cx="4214649" cy="198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85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32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Neue Haas Grotesk Text Pro</vt:lpstr>
      <vt:lpstr>VanillaVTI</vt:lpstr>
      <vt:lpstr>StyleSaver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Neria Jones</dc:creator>
  <cp:lastModifiedBy>Neria Jones</cp:lastModifiedBy>
  <cp:revision>1</cp:revision>
  <dcterms:created xsi:type="dcterms:W3CDTF">2025-11-30T17:26:13Z</dcterms:created>
  <dcterms:modified xsi:type="dcterms:W3CDTF">2025-11-30T18:34:33Z</dcterms:modified>
</cp:coreProperties>
</file>